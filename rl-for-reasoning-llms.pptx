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State of RL for</a:t>
            </a:r>
            <a:endParaRPr lang="en-US" sz="4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Reasoning LLMs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추론 LLM을 위한 강화학습 방법론 종합 분석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Based on A. Weers · March 2026 · aweers.de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RL 기초 — LLM에서의 강화학습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 RL에서 에이전트는 상태(state) s를 관찰하고, 정책(policy) π에 따라 행동(action) a를 선택하며, 환경 역학에 따라 새 상태로 전이하고 보상(reward) r을 받는다. 에이전트의 목표는 기대 할인 수익을 최대화하는 것이다.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7863840" cy="5943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1691640"/>
            <a:ext cx="1132823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377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LLM에서는 설정이 크게 단순화된다. 모델 π_θ가 프롬프트 x에 대해 응답 y를 샘플링하고, 스칼라 보상 r(x,y)로 평가한다. 개별 토큰에 보상을 할당하기 어려우므로, 전체 응답에 대한 보상 하나만 제공하는 것이 일반적이다.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7863840" cy="5943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3154680"/>
            <a:ext cx="4214553" cy="5029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0080" y="3931920"/>
            <a:ext cx="3749040" cy="8229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0080" y="3931920"/>
            <a:ext cx="54864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8"/>
          <p:cNvSpPr/>
          <p:nvPr/>
        </p:nvSpPr>
        <p:spPr>
          <a:xfrm>
            <a:off x="91440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RL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91440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State → Action → Reward → Transition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754880" y="3931920"/>
            <a:ext cx="3749040" cy="8229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54880" y="3931920"/>
            <a:ext cx="54864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2"/>
          <p:cNvSpPr/>
          <p:nvPr/>
        </p:nvSpPr>
        <p:spPr>
          <a:xfrm>
            <a:off x="502920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RL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02920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Prompt x → Response y → Reward r(x,y)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REINFORCE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[Williams, 1992]  기본 Policy Gradient 알고리즘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REINFORCE는 가중 정책 그래디언트를 사용하는 가장 기본적인 알고리즘이다. 높은 보상을 받은 응답의 로그 확률을 높이고, 낮은 보상을 받은 응답의 로그 확률을 낮춘다.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7863840" cy="640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965960"/>
            <a:ext cx="6400800" cy="51134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743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분산 감소를 위해 기준선(baseline) b(x)를 빼서 이점(advantage)을 추정한다: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7863840" cy="502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3200400"/>
            <a:ext cx="2241645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단순하지만 분산(variance)이 크다는 근본적 한계가 있다. 이후 모든 방법론의 기초가 되는 알고리즘이며, PPO, GRPO 등 후속 방법들은 모두 이 REINFORCE의 분산 문제를 다양한 방식으로 해결하려 한다.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PPO (Proximal Policy Optimization)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[Schulman et al., 2017]  Trust Region 기반 안정적 학습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PPO는 중요도 샘플링 비율과 클리핑 메커니즘을 도입하여 off-policy 학습을 가능하게 한다. 비율을 (1-ε, 1+ε) 범위로 제한하여 정책 업데이트가 너무 크지 않도록 방지한다.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7863840" cy="640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5619318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606040"/>
            <a:ext cx="7863840" cy="502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633472"/>
            <a:ext cx="1282344" cy="43891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0080" y="3337560"/>
            <a:ext cx="7863840" cy="13716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0080" y="3337560"/>
            <a:ext cx="54864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8"/>
          <p:cNvSpPr/>
          <p:nvPr/>
        </p:nvSpPr>
        <p:spPr>
          <a:xfrm>
            <a:off x="91440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메모리 요구사항 — 4가지 컴포넌트 필요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914400" y="3749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현재 정책 (Policy)   ② 롤아웃 정책 (Rollout)   ③ 참조 정책 (Reference)   ④ 가치 모델 (Critic, GAE)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이 높은 메모리 비용이 이후 GRPO, RLOO 등 critic-free 방법론들의 개선 동기가 된다.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GRPO (Group Relative Policy Optimization)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[DeepSeekMath, Shao et al. 2024]  Critic 제거로 메모리 ~50% 절감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GRPO는 학습된 가치 모델(critic)을 그룹 상대 기준선으로 대체한다. 같은 프롬프트에 대해 여러 응답을 샘플링한 뒤, 그룹 내에서 상대적으로 비교하여 이점을 계산한다. PPO 스타일의 대칭 클리핑은 유지한다.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7863840" cy="5943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1874520"/>
            <a:ext cx="1285746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606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μ_G = 그룹 평균 보상, σ_G = 그룹 표준편차. 학습된 critic 대신 그룹 통계를 사용하므로 메모리를 약 50% 절감한다. 마스킹은 PPO와 동일한 대칭 IS 클리핑 M_sym(Â, ρ, 0.2)을 사용하며, 손실 집계는 길이 정규화(length-normalized) 방식이다.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3566160"/>
            <a:ext cx="7863840" cy="118872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3566160"/>
            <a:ext cx="54864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통찰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3977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파인튜닝에서 critic은 불필요하다. 강력한 사전학습 체크포인트에서 시작하는 LLM 환경에서는 PPO의 분산 감소 장치가 대체로 불필요하며, 단순한 그룹 기준선이면 충분하다. 이 발견이 이후 모든 critic-free 방법론의 기초가 된다.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RLOO (REINFORCE Leave-One-Out)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[Ahmadian et al., ACL 2024]  클리핑도 제거한 순수 REINFORCE 회귀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RLOO는 자기 자신을 제외한 나머지 응답들의 평균 보상을 기준선으로 사용한다. PPO 클리핑이 실제로 활성화되는 비율이 5% 미만이라는 관측에 기반하여, 클리핑 자체를 제거하고 순수 REINFORCE 스타일 업데이트로 회귀한다.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7863840" cy="5943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1965960"/>
            <a:ext cx="1716169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697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클리핑 없음, 마스킹 없음. 손실 집계는 샘플 평균 방식이다. Leave-one-out 기준선만으로도 critic 없이 효과적인 분산 감소가 가능함을 보여준다.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3474720"/>
            <a:ext cx="2560320" cy="10972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3474720"/>
            <a:ext cx="25603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PPO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22960" y="4023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Critic ✓ / Clipping ✓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74720" y="3474720"/>
            <a:ext cx="2560320" cy="10972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74720" y="3474720"/>
            <a:ext cx="25603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GRPO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657600" y="4023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Critic ✗ / Clipping ✓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309360" y="3474720"/>
            <a:ext cx="2560320" cy="10972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09360" y="3474720"/>
            <a:ext cx="25603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649224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RLOO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492240" y="4023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Critic ✗ / Clipping ✗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Dr. GRPO — "GRPO Done Right"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[Liu et al., 2025]  정규화 편향 수정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 GRPO 구현에서 토큰 손실은 먼저 시퀀스 내에서 평균되고, 그 다음 시퀀스 간에 평균된다. 이는 고정된 시퀀스 수준 보상이 모든 토큰에 분배된다는 의미다. 긴 정답은 토큰당 더 약한 강화를, 긴 오답은 더 약한 페널티를 받아 불필요한 장황함을 유발한다.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또한 σ 정규화는 거의 해결된 프롬프트(보상 분산 낮음)에서도 작은 보상 차이를 큰 이점으로 만들어 불균형적으로 큰 업데이트를 부여할 수 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Dr. GRPO의 수정: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7863840" cy="5943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3017520"/>
            <a:ext cx="5457057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σ 정규화 제거 + 고정 상수(max tokens)로 나눠 토큰 수준 집계. 시퀀스 길이에 의한 편향과 σ에 의한 편향을 동시에 제거한다. 핵심 메시지: GRPO가 근본적으로 결함이 있는 것이 아니라, 겉보기에 무해한 정규화들이 중립적이지 않았다.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DAPO — 4가지 핵심 개선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[Yu et al., NeurIPS 2025]  Decoupled Advantage Policy Optimization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74904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80160"/>
            <a:ext cx="54864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Token-Level 집계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샘플 수준 → 토큰 수준 집계. 실제 토큰 수로 나누기.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74904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80160"/>
            <a:ext cx="54864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비대칭 클리핑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691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ε_low=0.2, ε_high=0.28. 낮은 확률 토큰에 더 큰 여유.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377440"/>
            <a:ext cx="374904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377440"/>
            <a:ext cx="54864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423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Overlong Reward Shaping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2788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잘린 응답 ≠ 완전 오답. 소프트 페널티 구간 추가.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377440"/>
            <a:ext cx="374904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377440"/>
            <a:ext cx="54864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423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 Dynamic Sampling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2788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전부 정답/오답이면 그래디언트 = 0. 혼합 결과까지 재샘플링.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200400"/>
            <a:ext cx="7863840" cy="548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227832"/>
            <a:ext cx="4419347" cy="50292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640080" y="3886200"/>
            <a:ext cx="7863840" cy="548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904488"/>
            <a:ext cx="2064684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CISPO — 클리핑과 그래디언트의 분리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[MiniMax-M1, Chen et al. 2025]  Clipped Importance Sampling Policy Optimization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PPO 스타일 클리핑의 핵심 약점: 토큰이 클립 범위를 벗어나면 그래디언트를 완전히 차단한다. 그러나 큰 확률 변화를 겪는 토큰("However", "Wait", "Aha" 등)은 종종 추론 궤적의 분기점으로, 학습에 가장 중요한 토큰이다. 이들을 마스킹하면 유익한 그래디언트를 버리게 된다.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CISPO는 클리핑과 그래디언트 흐름을 분리한다: 중요도 샘플링 가중치만 클리핑하고, stop-gradient를 적용하여 모든 토큰에 대해 그래디언트가 흐르도록 허용한다.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788920"/>
            <a:ext cx="7251098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566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sg(·) = stop-gradient. 상한 ε_h만 필요하고 조정되며, 하한 ε_l은 비활성화 수준으로 설정.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 가중치 클리핑의 분산 감소 이점을 유지하면서 모든 토큰에 그래디언트가 흐른다. MiniMax 실험에서 DAPO 대비 2배 스텝 효율성 향상을 달성.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MaxRL (Maximum Likelihood RL)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[Tajwar et al., 2026]  RL을 근사 최대우도로 재구성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 RL은 기대 보상(pass@1)을 최적화하지만, 최대우도(MLE) 그래디언트는 pass@k의 무한 조화 혼합이다. 표준 RL은 이 전개의 1차 항만 유지한다: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7863840" cy="5943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828800"/>
            <a:ext cx="2203183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514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MaxRL은 절단 목적함수를 정의한다 (T=1이면 표준 RL, T→∞이면 MLE). N개 롤아웃 중 K개 성공 시, 성공한 궤적의 스코어 함수만 평균한다: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3063240"/>
            <a:ext cx="7863840" cy="5943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108960"/>
            <a:ext cx="2959359" cy="5029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40080" y="3749040"/>
            <a:ext cx="7863840" cy="502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3776472"/>
            <a:ext cx="2415009" cy="438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r̂ 작을수록 강한 가중 → 어려운 프롬프트에 학습 집중. pass@k 개선, 다양성 보존.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DPPO (Divergence PPO)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[Qi et al., 2026]  발산 기반 Trust Region 재정의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PPO는 샘플링된 토큰의 확률 비율로 클리핑한다. 하지만 드문 토큰에서는 확률이 10배 변해도 전체 분포에 미미한 영향만 미칠 수 있어, 확률 비율은 실제 정책 발산의 나쁜 프록시다. 학습/추론 프레임워크 불일치 시 이 문제가 더 증폭된다.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DPPO는 비율 기반 마스킹을 추정된 정책 발산(TV 또는 KL) 기반 trust region으로 대체한다: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7863840" cy="5943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14600"/>
            <a:ext cx="3950774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461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이진 근사(샘플링된 토큰 확률만 비교)가 실증적으로 잘 작동한다. 흥미로운 발견: 불안정성의 원인은 전체 업데이트의 0.5% 미만이며, 부정적 샘플이 정책을 너무 멀리 밀어내는 경우다. 이것만 차단하면 학습이 안정화된다.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ScaleRL — 400K+ GPU-hours 대규모 검증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[Khatri et al., 2025]  초기 학습 속도 ≠ 점근 성능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74904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80160"/>
            <a:ext cx="54864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3533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비동기 RL 파이프라이닝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6642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연속 롤아웃 + 즉시 가중치 푸시로 유휴 시간 감소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74904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80160"/>
            <a:ext cx="54864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3533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CISPO/GSPO &gt; DAPO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6642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점근적 성능에서 DAPO 능가. CISPO가 기본 선택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377440"/>
            <a:ext cx="374904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377440"/>
            <a:ext cx="54864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4505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FP32 로짓 필수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27614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 비율 왜곡 방지. LM 헤드를 FP32로 계산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377440"/>
            <a:ext cx="374904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377440"/>
            <a:ext cx="54864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4505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수준 평균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27614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샘플 평균은 차선. 프롬프트 수준 집계가 최고 성능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474720"/>
            <a:ext cx="374904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474720"/>
            <a:ext cx="54864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547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제로 분산 프롬프트 필터링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38587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전부 정답/오답인 프롬프트 → 학습 신호 없으므로 제외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474720"/>
            <a:ext cx="374904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474720"/>
            <a:ext cx="54864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3547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&gt;90% 정답 프롬프트 제외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83480" y="38587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풀리는 프롬프트를 향후 에폭에서 제외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방법론 비교 요약표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85800"/>
          <a:ext cx="85953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234440"/>
                <a:gridCol w="914400"/>
                <a:gridCol w="1234440"/>
                <a:gridCol w="822960"/>
                <a:gridCol w="35204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Method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Baseline/Adv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Clipping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Masking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Loss Agg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Key Improvement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REINFORCE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EMA/batch mean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None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None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Sample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Policy gradient 확립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PPO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GAE+Critic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Sym IS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M_sym(0.2)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Sample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Trust region+critic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GRPO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(r-μ)/σ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Sym IS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M_sym(0.2)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Length†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Critic 제거, 50%↓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RLOO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LOO mean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None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None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Sample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Critic없이 분산↓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Dr.GRPO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r-μ (no σ)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Sym IS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M_sym(0.2)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Token‡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길이편향+σ 제거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DAPO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(r-μ)/σ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Asym IS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M_asym(.2,.28)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Token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4가지 통합 개선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CISPO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(r-μ)/σ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Upper IS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None (sg)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Token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sg클리핑, 2x속도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DPPO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(r-μ)/σ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Sym DV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M_div(0.15)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Sample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DV trust region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MaxRL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(r-r̂)/(Nr̂)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None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None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Sample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RL↔MLE 보간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ScaleRL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(r-μ)/σ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Upper IS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None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Prompt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대규모 검증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† 구현체별 상이 (e.g. HF TRL)   ‡ 고정 상수 분모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트렌드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8229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05840"/>
            <a:ext cx="54864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Critic 불필요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PPO 이후 모든 방법이 단순 기준선이 가치 함수와 동등+50% 메모리 절약을 확인. 강한 사전학습 체크포인트 → PPO의 분산 감소 장치 대체로 불필요.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7863840" cy="8229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011680"/>
            <a:ext cx="54864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σ 정규화 해로움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377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Dr. GRPO + MaxRL: σ로 나누면 거의 해결된 문제에 과도한 가중치. ScaleRL: DAPO(σ有) &lt; CISPO/GSPO(σ無) 점근 성능.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7863840" cy="8229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017520"/>
            <a:ext cx="54864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손실 집계가 핵심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시퀀스 보상 + 샘플 평균 = 토큰당 신호 왜곡. 토큰 수준 또는 프롬프트 수준 집계가 우수.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7863840" cy="8229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94A3B8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023360"/>
            <a:ext cx="54864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Trust Region 최적화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389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PPO ε=0.2가 견고하나 개선 여지: 비대칭(DAPO), sg클리핑(CISPO), 발산(DPPO). 최적의 정의는 아직 미수렴.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미해결 과제 (Open Problems)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87552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875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914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Credit Assignment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토큰에 동일 보상. 추론 실패 토큰 = 상용구 토큰. PRM, 단계 검증기 등 아직 표준 해법 없음.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764792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647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Efficiency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이득 = 1비트. 프롬프트당 8~64회 롤아웃 필요. 실패 샘플 재사용, 오프라인 혼합 전략 필요.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542032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42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2468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Very Hard Problems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2788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 롤아웃 0개 → 그래디언트 0. 커리큘럼 학습은 우회책. 부분 정답 궤적 신호 추출 필요.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319272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192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246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수학/코드 밖 확장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거의 모든 진전이 저렴·명확 검증 도메인. 노이즈 보상, 주관적 평가, 다중 턴 확장 어려움.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096512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0965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4023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실증적 신뢰성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좁은 증거, 높은 재현 비용. 초기 학습 속도 ≠ 점근 성능. 모델·보상·스케일별 결과 상이.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Critic-based → Critic-free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메모리 집약적 가치 모델에서 경량 그룹 상대 기준선으로 진화</a:t>
            </a:r>
            <a:endParaRPr lang="en-US" sz="2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Token-aware + Softer Trust Regions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토큰 수준 집계, 비대칭 클리핑, stop-gradient, 발산 기반 접근</a:t>
            </a:r>
            <a:endParaRPr lang="en-US" sz="2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Credit · Efficiency · Generalization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RL for LLMs는 작동하는 알고리즘의 부재에 병목되지 않는다. 이제 여러 개가 있다.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더 어려운 문제는 효율성, 견고성, 일반성, 그리고 어떤 개선이 스케일에서 살아남는지 이해하는 것이다.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 of RL for Reasoning LLMs</dc:title>
  <dc:subject>PptxGenJS Presentation</dc:subject>
  <dc:creator>YoonChaewon</dc:creator>
  <cp:lastModifiedBy>YoonChaewon</cp:lastModifiedBy>
  <cp:revision>1</cp:revision>
  <dcterms:created xsi:type="dcterms:W3CDTF">2026-03-20T06:00:04Z</dcterms:created>
  <dcterms:modified xsi:type="dcterms:W3CDTF">2026-03-20T06:00:04Z</dcterms:modified>
</cp:coreProperties>
</file>